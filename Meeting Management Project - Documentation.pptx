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8A07CF-17D0-48AE-BEB8-F0C922169BA9}">
          <p14:sldIdLst>
            <p14:sldId id="256"/>
          </p14:sldIdLst>
        </p14:section>
        <p14:section name="Untitled Section" id="{705CDFF6-0E24-443B-AFD6-B2D56C15D58D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n qureshi" userId="f061bbdb2acc49f7" providerId="LiveId" clId="{863C83AA-78B0-46EB-8B53-43E6C6D45D44}"/>
    <pc:docChg chg="custSel addSld delSld modSld modSection">
      <pc:chgData name="mahin qureshi" userId="f061bbdb2acc49f7" providerId="LiveId" clId="{863C83AA-78B0-46EB-8B53-43E6C6D45D44}" dt="2026-01-17T13:02:29.506" v="26" actId="1076"/>
      <pc:docMkLst>
        <pc:docMk/>
      </pc:docMkLst>
      <pc:sldChg chg="delSp modSp new mod">
        <pc:chgData name="mahin qureshi" userId="f061bbdb2acc49f7" providerId="LiveId" clId="{863C83AA-78B0-46EB-8B53-43E6C6D45D44}" dt="2026-01-17T13:02:29.506" v="26" actId="1076"/>
        <pc:sldMkLst>
          <pc:docMk/>
          <pc:sldMk cId="2849644216" sldId="264"/>
        </pc:sldMkLst>
        <pc:spChg chg="del">
          <ac:chgData name="mahin qureshi" userId="f061bbdb2acc49f7" providerId="LiveId" clId="{863C83AA-78B0-46EB-8B53-43E6C6D45D44}" dt="2026-01-17T13:02:08.925" v="16" actId="478"/>
          <ac:spMkLst>
            <pc:docMk/>
            <pc:sldMk cId="2849644216" sldId="264"/>
            <ac:spMk id="2" creationId="{6E958B46-C197-A9FB-B40C-C714E461BFB4}"/>
          </ac:spMkLst>
        </pc:spChg>
        <pc:spChg chg="mod">
          <ac:chgData name="mahin qureshi" userId="f061bbdb2acc49f7" providerId="LiveId" clId="{863C83AA-78B0-46EB-8B53-43E6C6D45D44}" dt="2026-01-17T13:02:29.506" v="26" actId="1076"/>
          <ac:spMkLst>
            <pc:docMk/>
            <pc:sldMk cId="2849644216" sldId="264"/>
            <ac:spMk id="3" creationId="{0459F7A3-4B3D-AA8F-AF6A-8BC3657F15C8}"/>
          </ac:spMkLst>
        </pc:spChg>
      </pc:sldChg>
      <pc:sldChg chg="del">
        <pc:chgData name="mahin qureshi" userId="f061bbdb2acc49f7" providerId="LiveId" clId="{863C83AA-78B0-46EB-8B53-43E6C6D45D44}" dt="2026-01-17T13:01:52.495" v="0" actId="47"/>
        <pc:sldMkLst>
          <pc:docMk/>
          <pc:sldMk cId="4247713129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60F3-D28B-30C0-5227-0E55B78C0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16A5F-A494-58BF-C6F6-6F014CAA4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B6C95-F1AD-FF28-B523-6DDE8064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E6766-0EBC-FFD9-4231-8D4EFF56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A0295-AB2E-8E97-F6CD-AB8C4129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4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B302-FF5D-4AC5-352C-FC822639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20D3F-1E59-C016-4D04-3166C636A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24C39-B106-1CBC-3E1F-22131C63E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57C1-FD5B-EB74-2CC1-C48D8233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D7E56-C76D-4DF4-33BB-D93486CC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05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BAC3-456C-F9E6-E790-150B9B3F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E0BC4-292D-2A49-C3C1-71071A1B7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6136B-86BD-613C-5CCA-4963D009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9A6F6-6867-1056-9366-2D5284FE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306C-58E0-05E9-E4D0-0BFC47C7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5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7DE07-4F5C-09BA-F63C-44734A4C1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DA92-E548-CB6A-5CC9-2AA9E3734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DE012-2060-CA84-6819-ABFE841B2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F8531-CAEB-9A5E-9609-0714DFD5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08994-E594-D9A2-DE52-0FDA7D3A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C5DCC-8E84-2991-3D8D-345E0640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7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15B16-CDED-E365-02B4-B409BC7B3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3F0BD-C045-56ED-D44D-9E60849AC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A292A-318A-886E-DEC8-7E9A65CAB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C6A0FA-A52C-53D0-8D27-339500359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F3263-92CC-6F5E-AB9E-8574F41FC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F5DB9-E786-8E00-621F-2B18423DC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E0299D-FA11-65DE-9CCC-578525A12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430511-6640-A120-1CD2-E31695B0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2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BE0F-809C-004D-5F29-90699FF8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BAB6D-3D3E-A97D-AED6-98A0AC57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259B9-BD57-2AB0-DAA1-CF10DC1A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CDBBC-A4E6-0811-0997-47F75F98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9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43491D-FDCD-6B55-3232-D6E4B377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1EC36-96E6-FBAC-549F-855F0915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1B9EC-B366-CFA2-88BB-9D604F97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7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3AC4-4A2F-C485-3F51-AD462E563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41502-ABF3-ECA4-93A8-21B14A43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B2953-C161-C892-3446-91B708771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F93C0-DA64-A90A-A116-E96A982AC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85AB3-99B9-E9EA-5D16-5A6A9F28F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42F62-6D76-C9E5-505E-CE1265C6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2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BF71-C992-E375-64DD-03D488CDF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AABB2-AC4E-86F1-348D-88E0EBBD9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E2835-D9EF-9924-0A5B-D75FB9AF4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A6BF2-38AC-9027-A476-E133EE49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01AEF-6ADB-7C56-45A7-FFA95996C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8E0AF-F5DE-525E-0AF8-CD15F6C3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39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498F-C2A5-B636-C7F8-4F5315CF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9AA9F-E238-2698-C7ED-81DF039F9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E307C-A767-B3EF-8B3A-17C60E3D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EBD92-4B6F-2C8A-13A2-0BA77C0E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490-D687-3A3B-9969-FCEE4244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93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B1CBDA-9FF0-542B-5CA9-3F8FEEC1F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804EA5-9D4C-D6BA-6816-E41218367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89C8D-EFDE-98B6-79EB-664E3C14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D0ED2-13EA-A949-61E4-C912340F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54271-FCDA-EFB3-022C-FABA5ECB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6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2E161F-4707-B4F4-4155-65789C6D9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1DF6E-60B1-BAF9-92F4-A6BB9A321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9B3FA-93CB-2758-0DC0-E3F66F752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351FE-A011-4901-9292-7031F1664EC5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0260-B616-8342-9AD3-459A79113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0AFC7-6E4D-AD96-CD42-42800B0B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8D008-59A8-48DA-833F-438E2DCE39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51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B1533-DA1C-427E-5765-347651C904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Meeting Management Project - Documentation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5DC8F-91D1-D548-DF42-FFD9F43FF3AC}"/>
              </a:ext>
            </a:extLst>
          </p:cNvPr>
          <p:cNvSpPr txBox="1"/>
          <p:nvPr/>
        </p:nvSpPr>
        <p:spPr>
          <a:xfrm>
            <a:off x="9680897" y="6346872"/>
            <a:ext cx="2267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Created by Mahin</a:t>
            </a:r>
          </a:p>
        </p:txBody>
      </p:sp>
    </p:spTree>
    <p:extLst>
      <p:ext uri="{BB962C8B-B14F-4D97-AF65-F5344CB8AC3E}">
        <p14:creationId xmlns:p14="http://schemas.microsoft.com/office/powerpoint/2010/main" val="3239807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68A5-BA8A-6888-7FB3-45DDE462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108" y="171974"/>
            <a:ext cx="3439486" cy="759000"/>
          </a:xfrm>
        </p:spPr>
        <p:txBody>
          <a:bodyPr>
            <a:noAutofit/>
          </a:bodyPr>
          <a:lstStyle/>
          <a:p>
            <a:r>
              <a:rPr lang="en-US" sz="2000" b="1" dirty="0"/>
              <a:t>Meeting Dashboard (LWC)</a:t>
            </a:r>
            <a:br>
              <a:rPr lang="en-US" sz="2000" b="1" dirty="0"/>
            </a:br>
            <a:br>
              <a:rPr lang="en-US" sz="2000" b="1" dirty="0"/>
            </a:br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AE67-53D7-79B4-0BF4-F53E685DA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2177"/>
            <a:ext cx="10646328" cy="89384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/>
              <a:t>Description:</a:t>
            </a:r>
            <a:r>
              <a:rPr lang="en-US" sz="2000" dirty="0"/>
              <a:t> This is the home page of the application featuring a custom </a:t>
            </a:r>
            <a:r>
              <a:rPr lang="en-US" sz="2000" b="1" dirty="0"/>
              <a:t>Lightning Web Component (LWC)</a:t>
            </a:r>
            <a:r>
              <a:rPr lang="en-US" sz="2000" dirty="0"/>
              <a:t>. It displays a real-time list of all meetings, including their date, location, capacity, and current registration status.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434A0-792C-8E3B-831D-8A2402A08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79" y="468929"/>
            <a:ext cx="9353442" cy="526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828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4DE7-7E36-A479-D8CA-BA3841562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963" y="26136"/>
            <a:ext cx="3490519" cy="457149"/>
          </a:xfrm>
        </p:spPr>
        <p:txBody>
          <a:bodyPr>
            <a:noAutofit/>
          </a:bodyPr>
          <a:lstStyle/>
          <a:p>
            <a:r>
              <a:rPr lang="en-US" sz="2400" b="1" dirty="0"/>
              <a:t>Meeting Details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35D87-9AF4-960B-BF27-B000BA282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980" y="6040074"/>
            <a:ext cx="10515600" cy="606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Description:</a:t>
            </a:r>
            <a:r>
              <a:rPr lang="en-US" sz="1800" dirty="0"/>
              <a:t> Detailed view of a specific Meeting record showing the related list of Participants and the core fields like 'Remaining Capacity'.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1CDE6-D86B-6907-5B2B-9BEFF6206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6" y="483285"/>
            <a:ext cx="9760589" cy="54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8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6E41-7A8E-2982-3DF2-B216099FA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095" y="130234"/>
            <a:ext cx="4773336" cy="465384"/>
          </a:xfrm>
        </p:spPr>
        <p:txBody>
          <a:bodyPr>
            <a:noAutofit/>
          </a:bodyPr>
          <a:lstStyle/>
          <a:p>
            <a:r>
              <a:rPr lang="en-US" sz="2400" b="1" dirty="0"/>
              <a:t>Custom Validation: Date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F9C59-139C-694F-62D7-E3B66CBBB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491" y="6112195"/>
            <a:ext cx="10805020" cy="615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Description:</a:t>
            </a:r>
            <a:r>
              <a:rPr lang="en-US" sz="1800" dirty="0"/>
              <a:t> I have implemented a </a:t>
            </a:r>
            <a:r>
              <a:rPr lang="en-US" sz="1800" b="1" dirty="0"/>
              <a:t>Validation Rule</a:t>
            </a:r>
            <a:r>
              <a:rPr lang="en-US" sz="1800" dirty="0"/>
              <a:t> to ensure data quality. If a user attempts to schedule a meeting in the past, the system triggers a custom error message: </a:t>
            </a:r>
            <a:r>
              <a:rPr lang="en-US" sz="1800" i="1" dirty="0"/>
              <a:t>"Meeting date should not be in the past."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2BB261-7CD7-16D3-FC61-9E2FC4DAF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1" y="585336"/>
            <a:ext cx="10167018" cy="540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0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E832-4B40-7D9F-6709-03594A85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738" y="0"/>
            <a:ext cx="3926747" cy="535478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Participant Registration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96309-3C45-90D7-BF3A-BCCA014D2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24632"/>
            <a:ext cx="10515600" cy="704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Description:</a:t>
            </a:r>
            <a:r>
              <a:rPr lang="en-US" sz="1800" dirty="0"/>
              <a:t> This screen shows the creation of a new </a:t>
            </a:r>
            <a:r>
              <a:rPr lang="en-US" sz="1800" b="1" dirty="0"/>
              <a:t>Participant</a:t>
            </a:r>
            <a:r>
              <a:rPr lang="en-US" sz="1800" dirty="0"/>
              <a:t> record. Each participant is linked to a specific meeting through a lookup relationship.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A264C6-57EF-059B-0272-C886419AD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433" y="433737"/>
            <a:ext cx="10086131" cy="567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0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27CC-BB19-B3C9-FFAA-03399BE8F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597" y="0"/>
            <a:ext cx="4186806" cy="449817"/>
          </a:xfrm>
        </p:spPr>
        <p:txBody>
          <a:bodyPr>
            <a:noAutofit/>
          </a:bodyPr>
          <a:lstStyle/>
          <a:p>
            <a:r>
              <a:rPr lang="en-US" sz="2400" b="1" dirty="0"/>
              <a:t>Apex Trigger: Capacity Hard-Stop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F7EB3-6808-2FD8-2A3A-D7E217042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19" y="6203658"/>
            <a:ext cx="11165747" cy="805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Description:</a:t>
            </a:r>
            <a:r>
              <a:rPr lang="en-US" sz="1800" dirty="0"/>
              <a:t> This is the core logic. When the </a:t>
            </a:r>
            <a:r>
              <a:rPr lang="en-US" sz="1800" b="1" dirty="0"/>
              <a:t>Apex Trigger</a:t>
            </a:r>
            <a:r>
              <a:rPr lang="en-US" sz="1800" dirty="0"/>
              <a:t> detects that a meeting has reached its maximum capacity, it prevents further registrations and displays a custom error: </a:t>
            </a:r>
            <a:r>
              <a:rPr lang="en-US" sz="1800" i="1" dirty="0"/>
              <a:t>"Please try another Meeting, this meeting is already full."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B9612-946A-EFD2-53DD-F4EA1E3E4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47"/>
          <a:stretch>
            <a:fillRect/>
          </a:stretch>
        </p:blipFill>
        <p:spPr>
          <a:xfrm>
            <a:off x="3212284" y="2255893"/>
            <a:ext cx="8227388" cy="3947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4FF631-0B70-4A64-CF33-C8F42193F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98" r="34277" b="46588"/>
          <a:stretch>
            <a:fillRect/>
          </a:stretch>
        </p:blipFill>
        <p:spPr>
          <a:xfrm>
            <a:off x="835927" y="449817"/>
            <a:ext cx="8108307" cy="243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9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2F17-4913-BD67-ABEB-62DFBD44A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910" y="0"/>
            <a:ext cx="3188516" cy="467371"/>
          </a:xfrm>
        </p:spPr>
        <p:txBody>
          <a:bodyPr>
            <a:noAutofit/>
          </a:bodyPr>
          <a:lstStyle/>
          <a:p>
            <a:r>
              <a:rPr lang="en-US" sz="2400" b="1" dirty="0"/>
              <a:t>Automatic Status Update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15C2A-7366-053F-6B40-3DB4F4588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17771"/>
            <a:ext cx="10515600" cy="640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Description:</a:t>
            </a:r>
            <a:r>
              <a:rPr lang="en-US" sz="1800" dirty="0"/>
              <a:t> Once the capacity is full, the </a:t>
            </a:r>
            <a:r>
              <a:rPr lang="en-US" sz="1800" b="1" dirty="0"/>
              <a:t>Apex Trigger</a:t>
            </a:r>
            <a:r>
              <a:rPr lang="en-US" sz="1800" dirty="0"/>
              <a:t> automatically updates the 'Status' field of the Meeting record to </a:t>
            </a:r>
            <a:r>
              <a:rPr lang="en-US" sz="1800" b="1" dirty="0"/>
              <a:t>"Full"</a:t>
            </a:r>
            <a:r>
              <a:rPr lang="en-US" sz="18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CEFD3-7A70-3979-813D-62395CFC5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860" y="467371"/>
            <a:ext cx="10561246" cy="561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6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D0D1-A089-5AF3-5C42-CC0D129E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461" y="94223"/>
            <a:ext cx="4539143" cy="449117"/>
          </a:xfrm>
        </p:spPr>
        <p:txBody>
          <a:bodyPr>
            <a:noAutofit/>
          </a:bodyPr>
          <a:lstStyle/>
          <a:p>
            <a:r>
              <a:rPr lang="en-US" sz="2400" b="1" dirty="0"/>
              <a:t>Automated Email Notification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F857-C891-6CC7-A733-19D2A13D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00" y="6111074"/>
            <a:ext cx="10515600" cy="699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Description:</a:t>
            </a:r>
            <a:r>
              <a:rPr lang="en-US" sz="2000" dirty="0"/>
              <a:t> Upon successful registration, the system automatically triggers an </a:t>
            </a:r>
            <a:r>
              <a:rPr lang="en-US" sz="2000" b="1" dirty="0"/>
              <a:t>Email Alert</a:t>
            </a:r>
            <a:r>
              <a:rPr lang="en-US" sz="2000" dirty="0"/>
              <a:t> to the participant, confirming their seat with all meeting details.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677141-9F35-CA87-21AE-7EAF6055B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2"/>
          <a:stretch>
            <a:fillRect/>
          </a:stretch>
        </p:blipFill>
        <p:spPr>
          <a:xfrm>
            <a:off x="995767" y="637563"/>
            <a:ext cx="10291293" cy="528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52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F7A3-4B3D-AA8F-AF6A-8BC3657F1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1675" y="2572245"/>
            <a:ext cx="4547532" cy="20249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/>
              <a:t>Thanking you</a:t>
            </a:r>
          </a:p>
        </p:txBody>
      </p:sp>
    </p:spTree>
    <p:extLst>
      <p:ext uri="{BB962C8B-B14F-4D97-AF65-F5344CB8AC3E}">
        <p14:creationId xmlns:p14="http://schemas.microsoft.com/office/powerpoint/2010/main" val="2849644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Meeting Management Project - Documentation</vt:lpstr>
      <vt:lpstr>Meeting Dashboard (LWC)  </vt:lpstr>
      <vt:lpstr>Meeting Details View</vt:lpstr>
      <vt:lpstr>Custom Validation: Date Check</vt:lpstr>
      <vt:lpstr>Participant Registration Process</vt:lpstr>
      <vt:lpstr>Apex Trigger: Capacity Hard-Stop</vt:lpstr>
      <vt:lpstr>Automatic Status Update</vt:lpstr>
      <vt:lpstr>Automated Email Notification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mahin qureshi</dc:creator>
  <cp:lastModifiedBy>mahin qureshi</cp:lastModifiedBy>
  <cp:revision>1</cp:revision>
  <dcterms:created xsi:type="dcterms:W3CDTF">2026-01-17T13:01:06Z</dcterms:created>
  <dcterms:modified xsi:type="dcterms:W3CDTF">2026-01-17T13:02:29Z</dcterms:modified>
</cp:coreProperties>
</file>